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7" d="100"/>
          <a:sy n="97" d="100"/>
        </p:scale>
        <p:origin x="1530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30221" y="-315799"/>
            <a:ext cx="1842750" cy="4095799"/>
            <a:chOff x="0" y="0"/>
            <a:chExt cx="660400" cy="14678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0400" cy="1467842"/>
            </a:xfrm>
            <a:custGeom>
              <a:avLst/>
              <a:gdLst/>
              <a:ahLst/>
              <a:cxnLst/>
              <a:rect l="l" t="t" r="r" b="b"/>
              <a:pathLst>
                <a:path w="660400" h="1467842">
                  <a:moveTo>
                    <a:pt x="220252" y="1448773"/>
                  </a:moveTo>
                  <a:cubicBezTo>
                    <a:pt x="254109" y="1460287"/>
                    <a:pt x="292600" y="1467842"/>
                    <a:pt x="330378" y="1467842"/>
                  </a:cubicBezTo>
                  <a:cubicBezTo>
                    <a:pt x="368157" y="1467842"/>
                    <a:pt x="404509" y="1461365"/>
                    <a:pt x="438009" y="1449851"/>
                  </a:cubicBezTo>
                  <a:cubicBezTo>
                    <a:pt x="438723" y="1449492"/>
                    <a:pt x="439435" y="1449492"/>
                    <a:pt x="440148" y="1449132"/>
                  </a:cubicBezTo>
                  <a:cubicBezTo>
                    <a:pt x="565955" y="1403077"/>
                    <a:pt x="658618" y="1281463"/>
                    <a:pt x="660400" y="112479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123955"/>
                  </a:lnTo>
                  <a:cubicBezTo>
                    <a:pt x="1782" y="1282182"/>
                    <a:pt x="93019" y="1403797"/>
                    <a:pt x="220252" y="1448773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660400" cy="136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011282" y="5875934"/>
            <a:ext cx="669436" cy="150528"/>
            <a:chOff x="0" y="0"/>
            <a:chExt cx="892582" cy="200704"/>
          </a:xfrm>
        </p:grpSpPr>
        <p:grpSp>
          <p:nvGrpSpPr>
            <p:cNvPr id="6" name="Group 6"/>
            <p:cNvGrpSpPr/>
            <p:nvPr/>
          </p:nvGrpSpPr>
          <p:grpSpPr>
            <a:xfrm>
              <a:off x="340404" y="0"/>
              <a:ext cx="200704" cy="200704"/>
              <a:chOff x="0" y="0"/>
              <a:chExt cx="812800" cy="8128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p/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91878" y="0"/>
              <a:ext cx="200704" cy="200704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0" y="0"/>
              <a:ext cx="200704" cy="200704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</p:grpSp>
      <p:grpSp>
        <p:nvGrpSpPr>
          <p:cNvPr id="15" name="Group 15"/>
          <p:cNvGrpSpPr/>
          <p:nvPr/>
        </p:nvGrpSpPr>
        <p:grpSpPr>
          <a:xfrm>
            <a:off x="290103" y="520040"/>
            <a:ext cx="3146443" cy="2605461"/>
            <a:chOff x="0" y="0"/>
            <a:chExt cx="4195258" cy="3473948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0"/>
              <a:ext cx="885827" cy="885827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9" name="AutoShape 19"/>
            <p:cNvSpPr/>
            <p:nvPr/>
          </p:nvSpPr>
          <p:spPr>
            <a:xfrm flipV="1">
              <a:off x="885827" y="998817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42914" y="152693"/>
              <a:ext cx="3752344" cy="693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Заказ цветов</a:t>
              </a:r>
            </a:p>
            <a:p>
              <a:pPr algn="l">
                <a:lnSpc>
                  <a:spcPts val="1357"/>
                </a:lnSpc>
              </a:pPr>
              <a:r>
                <a:rPr lang="en-US" sz="116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Поможем подобрать и оформить букет — обращайтесь к администратору.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0" y="1143217"/>
              <a:ext cx="885827" cy="885827"/>
              <a:chOff x="0" y="0"/>
              <a:chExt cx="812800" cy="812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0" y="2403461"/>
              <a:ext cx="885827" cy="885827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7" name="AutoShape 27"/>
            <p:cNvSpPr/>
            <p:nvPr/>
          </p:nvSpPr>
          <p:spPr>
            <a:xfrm flipV="1">
              <a:off x="885827" y="3461248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p/>
          </p:txBody>
        </p:sp>
        <p:sp>
          <p:nvSpPr>
            <p:cNvPr id="28" name="AutoShape 28"/>
            <p:cNvSpPr/>
            <p:nvPr/>
          </p:nvSpPr>
          <p:spPr>
            <a:xfrm flipV="1">
              <a:off x="885827" y="2187561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42914" y="1226277"/>
              <a:ext cx="3628992" cy="863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Экскурсии</a:t>
              </a:r>
            </a:p>
            <a:p>
              <a:pPr algn="l">
                <a:lnSpc>
                  <a:spcPts val="1331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 ресепшене можно приобрести экскурсии и получить купон на 10% скидку на тур от City Sightseeing.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3917" y="2527752"/>
              <a:ext cx="3677989" cy="676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Трансфер</a:t>
              </a:r>
            </a:p>
            <a:p>
              <a:pPr algn="l">
                <a:lnSpc>
                  <a:spcPts val="1386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Закажите трансфер до вокзала/аэропорта — подробности у администратора.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90103" y="3243757"/>
            <a:ext cx="664370" cy="664370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90103" y="4154729"/>
            <a:ext cx="664370" cy="664370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290103" y="5120561"/>
            <a:ext cx="664370" cy="6643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40" name="AutoShape 40"/>
          <p:cNvSpPr/>
          <p:nvPr/>
        </p:nvSpPr>
        <p:spPr>
          <a:xfrm>
            <a:off x="954473" y="399287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1" name="AutoShape 41"/>
          <p:cNvSpPr/>
          <p:nvPr/>
        </p:nvSpPr>
        <p:spPr>
          <a:xfrm>
            <a:off x="954473" y="501257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2" name="AutoShape 42"/>
          <p:cNvSpPr/>
          <p:nvPr/>
        </p:nvSpPr>
        <p:spPr>
          <a:xfrm flipV="1">
            <a:off x="954473" y="5899231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22288" y="3358277"/>
            <a:ext cx="2979562" cy="69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Ресторан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MemET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&amp; Pir</a:t>
            </a:r>
          </a:p>
          <a:p>
            <a:pPr algn="l">
              <a:lnSpc>
                <a:spcPts val="1357"/>
              </a:lnSpc>
            </a:pP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Континентальный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завтрак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- 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 9:30-11:30 , </a:t>
            </a:r>
          </a:p>
          <a:p>
            <a:pPr algn="l">
              <a:lnSpc>
                <a:spcPts val="1357"/>
              </a:lnSpc>
            </a:pP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850 ₽.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Доступны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обеды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и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ужины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меню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  <a:p>
            <a:pPr algn="l">
              <a:lnSpc>
                <a:spcPts val="1357"/>
              </a:lnSpc>
            </a:pPr>
            <a:endParaRPr lang="en-US" sz="116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622288" y="5298800"/>
            <a:ext cx="3118941" cy="512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b="1" u="none" strike="noStrike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DIP SPA ROOM</a:t>
            </a:r>
          </a:p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Для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записи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обратитесь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к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администратору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</a:p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ресепшн</a:t>
            </a:r>
            <a:endParaRPr lang="en-US" sz="1109" u="none" strike="noStrike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622288" y="4192895"/>
            <a:ext cx="3118941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0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Доп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.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принадлежности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и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стирка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420"/>
              </a:lnSpc>
            </a:pP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1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стик</a:t>
            </a:r>
            <a:r>
              <a:rPr lang="ru-RU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/капсула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порошка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ru-RU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предоставляется платно 150 </a:t>
            </a:r>
            <a:r>
              <a:rPr lang="en-US" sz="110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₽</a:t>
            </a:r>
            <a:endParaRPr lang="en-US" sz="110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l">
              <a:lnSpc>
                <a:spcPts val="1420"/>
              </a:lnSpc>
            </a:pP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46" name="AutoShape 46"/>
          <p:cNvSpPr/>
          <p:nvPr/>
        </p:nvSpPr>
        <p:spPr>
          <a:xfrm flipV="1">
            <a:off x="8044254" y="4137051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grpSp>
        <p:nvGrpSpPr>
          <p:cNvPr id="47" name="Group 47"/>
          <p:cNvGrpSpPr/>
          <p:nvPr/>
        </p:nvGrpSpPr>
        <p:grpSpPr>
          <a:xfrm>
            <a:off x="7379884" y="1481577"/>
            <a:ext cx="664370" cy="664370"/>
            <a:chOff x="0" y="0"/>
            <a:chExt cx="812800" cy="8128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7379884" y="570540"/>
            <a:ext cx="664370" cy="664370"/>
            <a:chOff x="0" y="0"/>
            <a:chExt cx="812800" cy="8128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7379884" y="2392549"/>
            <a:ext cx="664370" cy="664370"/>
            <a:chOff x="0" y="0"/>
            <a:chExt cx="812800" cy="8128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7379884" y="3283809"/>
            <a:ext cx="664370" cy="664370"/>
            <a:chOff x="0" y="0"/>
            <a:chExt cx="812800" cy="81280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59" name="AutoShape 59"/>
          <p:cNvSpPr/>
          <p:nvPr/>
        </p:nvSpPr>
        <p:spPr>
          <a:xfrm>
            <a:off x="8044254" y="223069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60" name="AutoShape 60"/>
          <p:cNvSpPr/>
          <p:nvPr/>
        </p:nvSpPr>
        <p:spPr>
          <a:xfrm>
            <a:off x="8044254" y="1319652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61" name="AutoShape 61"/>
          <p:cNvSpPr/>
          <p:nvPr/>
        </p:nvSpPr>
        <p:spPr>
          <a:xfrm>
            <a:off x="8044254" y="321439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62" name="Freeform 62"/>
          <p:cNvSpPr/>
          <p:nvPr/>
        </p:nvSpPr>
        <p:spPr>
          <a:xfrm>
            <a:off x="4135860" y="1127395"/>
            <a:ext cx="2459797" cy="3428288"/>
          </a:xfrm>
          <a:custGeom>
            <a:avLst/>
            <a:gdLst/>
            <a:ahLst/>
            <a:cxnLst/>
            <a:rect l="l" t="t" r="r" b="b"/>
            <a:pathLst>
              <a:path w="2459797" h="3428288">
                <a:moveTo>
                  <a:pt x="0" y="0"/>
                </a:moveTo>
                <a:lnTo>
                  <a:pt x="2459797" y="0"/>
                </a:lnTo>
                <a:lnTo>
                  <a:pt x="2459797" y="3428288"/>
                </a:lnTo>
                <a:lnTo>
                  <a:pt x="0" y="3428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79" b="-79"/>
            </a:stretch>
          </a:blipFill>
        </p:spPr>
        <p:txBody>
          <a:bodyPr/>
          <a:p/>
        </p:txBody>
      </p:sp>
      <p:sp>
        <p:nvSpPr>
          <p:cNvPr id="63" name="Freeform 63"/>
          <p:cNvSpPr/>
          <p:nvPr/>
        </p:nvSpPr>
        <p:spPr>
          <a:xfrm>
            <a:off x="8514305" y="6046087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p/>
        </p:txBody>
      </p:sp>
      <p:sp>
        <p:nvSpPr>
          <p:cNvPr id="64" name="TextBox 64"/>
          <p:cNvSpPr txBox="1"/>
          <p:nvPr/>
        </p:nvSpPr>
        <p:spPr>
          <a:xfrm>
            <a:off x="7748816" y="3376323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Хранение багажа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Вы можете оставить багаж на 1 сутки на 1 этаже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748816" y="2433348"/>
            <a:ext cx="2721744" cy="501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1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Курьерская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доставка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31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Курьеры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не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проходят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этажи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 </a:t>
            </a:r>
          </a:p>
          <a:p>
            <a:pPr algn="l">
              <a:lnSpc>
                <a:spcPts val="1331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Заказ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можно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получить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в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лобби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712069" y="601426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Уборка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75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Ежедневно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18:00. </a:t>
            </a:r>
          </a:p>
          <a:p>
            <a:pPr algn="l">
              <a:lnSpc>
                <a:spcPts val="1375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Замена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белья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3-й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день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7712069" y="1571301"/>
            <a:ext cx="2851006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6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Аренда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инвентаря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86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Вазы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детские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принадлежности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запросу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ресепшене</a:t>
            </a:r>
            <a:endParaRPr lang="en-US" sz="110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68" name="TextBox 68"/>
          <p:cNvSpPr txBox="1"/>
          <p:nvPr/>
        </p:nvSpPr>
        <p:spPr>
          <a:xfrm>
            <a:off x="4217596" y="5031933"/>
            <a:ext cx="2256807" cy="468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20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здесь больше, чем просто проживание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3824366" y="6061803"/>
            <a:ext cx="3043267" cy="100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endParaRPr dirty="0"/>
          </a:p>
          <a:p>
            <a:pPr algn="ctr">
              <a:lnSpc>
                <a:spcPts val="1556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Завтраки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цветы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экскурсии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живите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как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дома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отдыхайте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как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в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отеле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услуги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рядом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Подскажем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ресепшн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!</a:t>
            </a:r>
          </a:p>
          <a:p>
            <a:pPr algn="ctr">
              <a:lnSpc>
                <a:spcPts val="1556"/>
              </a:lnSpc>
            </a:pPr>
            <a:endParaRPr lang="en-US" sz="910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70" name="TextBox 70"/>
          <p:cNvSpPr txBox="1"/>
          <p:nvPr/>
        </p:nvSpPr>
        <p:spPr>
          <a:xfrm>
            <a:off x="4217596" y="308598"/>
            <a:ext cx="2256807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услуги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7712069" y="4412136"/>
            <a:ext cx="2654703" cy="654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электронная книга гостя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7841077" y="5304928"/>
            <a:ext cx="2396687" cy="74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Полный перечень услуг и важная информация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в электронной книге гостя 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(сканируйте QR-код ниже)</a:t>
            </a:r>
          </a:p>
          <a:p>
            <a:pPr algn="ctr">
              <a:lnSpc>
                <a:spcPts val="1556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45775" y="3438906"/>
            <a:ext cx="3600450" cy="735556"/>
            <a:chOff x="0" y="0"/>
            <a:chExt cx="4800600" cy="980741"/>
          </a:xfrm>
        </p:grpSpPr>
        <p:sp>
          <p:nvSpPr>
            <p:cNvPr id="3" name="AutoShape 3"/>
            <p:cNvSpPr/>
            <p:nvPr/>
          </p:nvSpPr>
          <p:spPr>
            <a:xfrm flipV="1">
              <a:off x="0" y="12700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p/>
          </p:txBody>
        </p:sp>
        <p:grpSp>
          <p:nvGrpSpPr>
            <p:cNvPr id="4" name="Group 4"/>
            <p:cNvGrpSpPr/>
            <p:nvPr/>
          </p:nvGrpSpPr>
          <p:grpSpPr>
            <a:xfrm>
              <a:off x="11809" y="190500"/>
              <a:ext cx="4776982" cy="548941"/>
              <a:chOff x="0" y="0"/>
              <a:chExt cx="1283972" cy="14754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283972" cy="147546"/>
              </a:xfrm>
              <a:custGeom>
                <a:avLst/>
                <a:gdLst/>
                <a:ahLst/>
                <a:cxnLst/>
                <a:rect l="l" t="t" r="r" b="b"/>
                <a:pathLst>
                  <a:path w="1283972" h="147546">
                    <a:moveTo>
                      <a:pt x="0" y="0"/>
                    </a:moveTo>
                    <a:lnTo>
                      <a:pt x="1283972" y="0"/>
                    </a:lnTo>
                    <a:lnTo>
                      <a:pt x="1283972" y="147546"/>
                    </a:lnTo>
                    <a:lnTo>
                      <a:pt x="0" y="147546"/>
                    </a:lnTo>
                    <a:close/>
                  </a:path>
                </a:pathLst>
              </a:custGeom>
              <a:solidFill>
                <a:srgbClr val="767576"/>
              </a:solidFill>
            </p:spPr>
            <p:txBody>
              <a:bodyPr/>
              <a:p/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28575"/>
                <a:ext cx="1283972" cy="1761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7" name="AutoShape 7"/>
            <p:cNvSpPr/>
            <p:nvPr/>
          </p:nvSpPr>
          <p:spPr>
            <a:xfrm flipV="1">
              <a:off x="0" y="968041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p/>
          </p:txBody>
        </p:sp>
      </p:grpSp>
      <p:grpSp>
        <p:nvGrpSpPr>
          <p:cNvPr id="8" name="Group 8"/>
          <p:cNvGrpSpPr/>
          <p:nvPr/>
        </p:nvGrpSpPr>
        <p:grpSpPr>
          <a:xfrm>
            <a:off x="7762875" y="323006"/>
            <a:ext cx="2328525" cy="2066314"/>
            <a:chOff x="0" y="0"/>
            <a:chExt cx="834491" cy="7405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4491" cy="740520"/>
            </a:xfrm>
            <a:custGeom>
              <a:avLst/>
              <a:gdLst/>
              <a:ahLst/>
              <a:cxnLst/>
              <a:rect l="l" t="t" r="r" b="b"/>
              <a:pathLst>
                <a:path w="834491" h="740520">
                  <a:moveTo>
                    <a:pt x="278314" y="721451"/>
                  </a:moveTo>
                  <a:cubicBezTo>
                    <a:pt x="321096" y="732965"/>
                    <a:pt x="369734" y="740520"/>
                    <a:pt x="417470" y="740520"/>
                  </a:cubicBezTo>
                  <a:cubicBezTo>
                    <a:pt x="465208" y="740520"/>
                    <a:pt x="511143" y="734043"/>
                    <a:pt x="553474" y="722529"/>
                  </a:cubicBezTo>
                  <a:cubicBezTo>
                    <a:pt x="554376" y="722170"/>
                    <a:pt x="555277" y="722170"/>
                    <a:pt x="556177" y="721811"/>
                  </a:cubicBezTo>
                  <a:cubicBezTo>
                    <a:pt x="715149" y="675755"/>
                    <a:pt x="832239" y="554141"/>
                    <a:pt x="834491" y="413624"/>
                  </a:cubicBezTo>
                  <a:lnTo>
                    <a:pt x="834491" y="0"/>
                  </a:lnTo>
                  <a:lnTo>
                    <a:pt x="0" y="0"/>
                  </a:lnTo>
                  <a:lnTo>
                    <a:pt x="0" y="413317"/>
                  </a:lnTo>
                  <a:cubicBezTo>
                    <a:pt x="2252" y="554860"/>
                    <a:pt x="117540" y="676475"/>
                    <a:pt x="278314" y="721451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834491" cy="6420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8000" y="1827439"/>
            <a:ext cx="3437775" cy="3160475"/>
            <a:chOff x="0" y="0"/>
            <a:chExt cx="4583700" cy="421396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2326162"/>
              <a:ext cx="4583700" cy="625662"/>
              <a:chOff x="0" y="0"/>
              <a:chExt cx="1309133" cy="17869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309133" cy="178693"/>
              </a:xfrm>
              <a:custGeom>
                <a:avLst/>
                <a:gdLst/>
                <a:ahLst/>
                <a:cxnLst/>
                <a:rect l="l" t="t" r="r" b="b"/>
                <a:pathLst>
                  <a:path w="1309133" h="178693">
                    <a:moveTo>
                      <a:pt x="0" y="0"/>
                    </a:moveTo>
                    <a:lnTo>
                      <a:pt x="1309133" y="0"/>
                    </a:lnTo>
                    <a:lnTo>
                      <a:pt x="1309133" y="178693"/>
                    </a:lnTo>
                    <a:lnTo>
                      <a:pt x="0" y="178693"/>
                    </a:ln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1309133" cy="207268"/>
              </a:xfrm>
              <a:prstGeom prst="rect">
                <a:avLst/>
              </a:prstGeom>
            </p:spPr>
            <p:txBody>
              <a:bodyPr lIns="47808" tIns="47808" rIns="47808" bIns="47808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0" y="1287089"/>
              <a:ext cx="4583700" cy="625662"/>
              <a:chOff x="0" y="0"/>
              <a:chExt cx="1309133" cy="17869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309133" cy="178693"/>
              </a:xfrm>
              <a:custGeom>
                <a:avLst/>
                <a:gdLst/>
                <a:ahLst/>
                <a:cxnLst/>
                <a:rect l="l" t="t" r="r" b="b"/>
                <a:pathLst>
                  <a:path w="1309133" h="178693">
                    <a:moveTo>
                      <a:pt x="0" y="0"/>
                    </a:moveTo>
                    <a:lnTo>
                      <a:pt x="1309133" y="0"/>
                    </a:lnTo>
                    <a:lnTo>
                      <a:pt x="1309133" y="178693"/>
                    </a:lnTo>
                    <a:lnTo>
                      <a:pt x="0" y="178693"/>
                    </a:ln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p/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1309133" cy="207268"/>
              </a:xfrm>
              <a:prstGeom prst="rect">
                <a:avLst/>
              </a:prstGeom>
            </p:spPr>
            <p:txBody>
              <a:bodyPr lIns="47808" tIns="47808" rIns="47808" bIns="47808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792687" y="95250"/>
              <a:ext cx="2950744" cy="6282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wi-fi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5622" y="1464854"/>
              <a:ext cx="3126801" cy="279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5"/>
                </a:lnSpc>
              </a:pPr>
              <a:r>
                <a:rPr lang="en-US" sz="1444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сеть: ARTSTUDIO NEVSKY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4013" y="3602699"/>
              <a:ext cx="2950019" cy="6112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Код безопасен и уникален —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действует только для вашего номера.</a:t>
              </a:r>
            </a:p>
          </p:txBody>
        </p:sp>
      </p:grpSp>
      <p:sp>
        <p:nvSpPr>
          <p:cNvPr id="21" name="Freeform 21"/>
          <p:cNvSpPr/>
          <p:nvPr/>
        </p:nvSpPr>
        <p:spPr>
          <a:xfrm>
            <a:off x="4750815" y="5888250"/>
            <a:ext cx="1190371" cy="1190371"/>
          </a:xfrm>
          <a:custGeom>
            <a:avLst/>
            <a:gdLst/>
            <a:ahLst/>
            <a:cxnLst/>
            <a:rect l="l" t="t" r="r" b="b"/>
            <a:pathLst>
              <a:path w="1190371" h="1190371">
                <a:moveTo>
                  <a:pt x="0" y="0"/>
                </a:moveTo>
                <a:lnTo>
                  <a:pt x="1190370" y="0"/>
                </a:lnTo>
                <a:lnTo>
                  <a:pt x="1190370" y="1190370"/>
                </a:lnTo>
                <a:lnTo>
                  <a:pt x="0" y="11903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p/>
        </p:txBody>
      </p:sp>
      <p:sp>
        <p:nvSpPr>
          <p:cNvPr id="22" name="Freeform 22"/>
          <p:cNvSpPr/>
          <p:nvPr/>
        </p:nvSpPr>
        <p:spPr>
          <a:xfrm>
            <a:off x="8391974" y="5479003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644114" y="3707776"/>
            <a:ext cx="1964285" cy="207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lang="en-US" sz="143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пароль: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70785" y="492342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t>{{PASSWORD}}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795873" y="2939645"/>
            <a:ext cx="2350430" cy="1498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ARTSTUDIO Nevsky — пространство комфорта и вдохновения.</a:t>
            </a:r>
          </a:p>
          <a:p>
            <a:pPr algn="ctr">
              <a:lnSpc>
                <a:spcPts val="2148"/>
              </a:lnSpc>
            </a:pPr>
            <a:endParaRPr lang="en-US" sz="1603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1746"/>
              </a:lnSpc>
            </a:pPr>
            <a:r>
              <a:rPr lang="en-US" sz="13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Уникальный апарт-отель для жизни, работы и отдыха.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170785" y="4618066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мерч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90720" y="1257973"/>
            <a:ext cx="3110559" cy="1765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Пространство, где встречаются искусство, город и люди.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Вы — не просто гости апарт-отелей, а соавторы атмосферы, свидетели культурных событий и участники визуальной истории ARTSTUDIO.</a:t>
            </a:r>
          </a:p>
          <a:p>
            <a:pPr algn="ctr">
              <a:lnSpc>
                <a:spcPts val="2038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Мы очень благодарны, когда вы делитесь своими фото и отмечаете нас в социальных сетях!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790720" y="5277730"/>
            <a:ext cx="3110559" cy="36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Фирменные пижамы, свечи и сувениры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всё можно посмотреть на ресепшене или по QR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15808" y="6718275"/>
            <a:ext cx="3110559" cy="479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Оставайтесь на связи с ARTSTUDIO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Контакты, соцсети, помощь — всё по QR</a:t>
            </a:r>
          </a:p>
        </p:txBody>
      </p:sp>
      <p:sp>
        <p:nvSpPr>
          <p:cNvPr id="30" name="Freeform 30"/>
          <p:cNvSpPr/>
          <p:nvPr/>
        </p:nvSpPr>
        <p:spPr>
          <a:xfrm>
            <a:off x="8006176" y="553259"/>
            <a:ext cx="1929824" cy="1157151"/>
          </a:xfrm>
          <a:custGeom>
            <a:avLst/>
            <a:gdLst/>
            <a:ahLst/>
            <a:cxnLst/>
            <a:rect l="l" t="t" r="r" b="b"/>
            <a:pathLst>
              <a:path w="1929824" h="1157151">
                <a:moveTo>
                  <a:pt x="0" y="0"/>
                </a:moveTo>
                <a:lnTo>
                  <a:pt x="1929824" y="0"/>
                </a:lnTo>
                <a:lnTo>
                  <a:pt x="1929824" y="1157152"/>
                </a:lnTo>
                <a:lnTo>
                  <a:pt x="0" y="11571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" b="-32"/>
            </a:stretch>
          </a:blipFill>
        </p:spPr>
        <p:txBody>
          <a:bodyPr/>
          <a:p/>
        </p:txBody>
      </p:sp>
      <p:sp>
        <p:nvSpPr>
          <p:cNvPr id="31" name="TextBox 30"/>
          <p:cNvSpPr txBox="1"/>
          <p:nvPr/>
        </p:nvSpPr>
        <p:spPr>
          <a:xfrm>
            <a:off x="644114" y="4035116"/>
            <a:ext cx="1150000" cy="11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{{QR_WIFI}}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309</Words>
  <Application>Microsoft Office PowerPoint</Application>
  <PresentationFormat>Произвольный</PresentationFormat>
  <Paragraphs>53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Calibri</vt:lpstr>
      <vt:lpstr>Circe Bold</vt:lpstr>
      <vt:lpstr>Circe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Денис Неробеев</cp:lastModifiedBy>
  <cp:revision>2</cp:revision>
  <dcterms:created xsi:type="dcterms:W3CDTF">2006-08-16T00:00:00Z</dcterms:created>
  <dcterms:modified xsi:type="dcterms:W3CDTF">2026-01-29T13:43:49Z</dcterms:modified>
  <dc:identifier>DAG_ty84f3o</dc:identifier>
</cp:coreProperties>
</file>